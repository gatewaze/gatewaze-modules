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Open Sans ExtraBold"/>
      <p:bold r:id="rId9"/>
      <p:boldItalic r:id="rId10"/>
    </p:embeddedFont>
    <p:embeddedFont>
      <p:font typeface="Open Sans Medium"/>
      <p:regular r:id="rId11"/>
      <p:bold r:id="rId12"/>
      <p:italic r:id="rId13"/>
      <p:boldItalic r:id="rId14"/>
    </p:embeddedFont>
    <p:embeddedFont>
      <p:font typeface="Open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jsjq95b4Dnerp2gMBKIxdNcjxw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Medium-regular.fntdata"/><Relationship Id="rId10" Type="http://schemas.openxmlformats.org/officeDocument/2006/relationships/font" Target="fonts/OpenSansExtraBold-boldItalic.fntdata"/><Relationship Id="rId13" Type="http://schemas.openxmlformats.org/officeDocument/2006/relationships/font" Target="fonts/OpenSansMedium-italic.fntdata"/><Relationship Id="rId12" Type="http://schemas.openxmlformats.org/officeDocument/2006/relationships/font" Target="fonts/OpenSans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OpenSansExtraBold-bold.fntdata"/><Relationship Id="rId15" Type="http://schemas.openxmlformats.org/officeDocument/2006/relationships/font" Target="fonts/OpenSans-regular.fntdata"/><Relationship Id="rId14" Type="http://schemas.openxmlformats.org/officeDocument/2006/relationships/font" Target="fonts/OpenSansMedium-boldItalic.fntdata"/><Relationship Id="rId17" Type="http://schemas.openxmlformats.org/officeDocument/2006/relationships/font" Target="fonts/OpenSans-italic.fntdata"/><Relationship Id="rId16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" name="Google Shape;2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66d19c0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f66d19c0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f66d19c0f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" name="Google Shape;36;g3f66d19c0f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311215" y="1598776"/>
            <a:ext cx="8010201" cy="2024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"/>
              <a:buNone/>
              <a:defRPr b="0" sz="4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311214" y="3623214"/>
            <a:ext cx="8010201" cy="609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1_Title and body">
    <p:bg>
      <p:bgPr>
        <a:solidFill>
          <a:srgbClr val="051932">
            <a:alpha val="0"/>
          </a:srgbClr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/>
          <p:nvPr/>
        </p:nvSpPr>
        <p:spPr>
          <a:xfrm>
            <a:off x="0" y="0"/>
            <a:ext cx="9144000" cy="1020588"/>
          </a:xfrm>
          <a:prstGeom prst="rect">
            <a:avLst/>
          </a:prstGeom>
          <a:solidFill>
            <a:srgbClr val="0518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283600" y="460176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13"/>
          <p:cNvSpPr txBox="1"/>
          <p:nvPr>
            <p:ph type="title"/>
          </p:nvPr>
        </p:nvSpPr>
        <p:spPr>
          <a:xfrm>
            <a:off x="311700" y="227482"/>
            <a:ext cx="838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 b="0" i="0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" type="body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17" name="Google Shape;17;p13" title="AgentsForum_Logo_Voice_Color_Negativ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01225" y="250337"/>
            <a:ext cx="2376773" cy="51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Log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/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  <a:defRPr b="0" sz="36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1_Section 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5193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pen Sans"/>
              <a:buNone/>
              <a:defRPr i="0" sz="2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  <a:defRPr i="0" sz="1800" u="none" cap="none" strike="noStrike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○"/>
              <a:defRPr i="0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■"/>
              <a:defRPr i="0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●"/>
              <a:defRPr i="0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○"/>
              <a:defRPr i="0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■"/>
              <a:defRPr i="0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●"/>
              <a:defRPr i="0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○"/>
              <a:defRPr i="0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■"/>
              <a:defRPr i="0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8" title="AgentsForum_Logo_Voice_Color_Negati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325" y="1587300"/>
            <a:ext cx="7423349" cy="16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g3f66d19c0f7_0_1" title="AgentsForum_Logo_Voice_Color_Negati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7950" y="181250"/>
            <a:ext cx="2567851" cy="56172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g3f66d19c0f7_0_1"/>
          <p:cNvSpPr txBox="1"/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f66d19c0f7_0_6"/>
          <p:cNvSpPr txBox="1"/>
          <p:nvPr/>
        </p:nvSpPr>
        <p:spPr>
          <a:xfrm>
            <a:off x="430350" y="1702300"/>
            <a:ext cx="5891100" cy="1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Title</a:t>
            </a:r>
            <a:endParaRPr sz="48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39" name="Google Shape;39;g3f66d19c0f7_0_6"/>
          <p:cNvSpPr txBox="1"/>
          <p:nvPr>
            <p:ph type="title"/>
          </p:nvPr>
        </p:nvSpPr>
        <p:spPr>
          <a:xfrm>
            <a:off x="311700" y="227482"/>
            <a:ext cx="83868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g3f66d19c0f7_0_6"/>
          <p:cNvSpPr txBox="1"/>
          <p:nvPr>
            <p:ph idx="1" type="body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gents Forum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00C1DB"/>
      </a:accent1>
      <a:accent2>
        <a:srgbClr val="0060FA"/>
      </a:accent2>
      <a:accent3>
        <a:srgbClr val="FFC800"/>
      </a:accent3>
      <a:accent4>
        <a:srgbClr val="BC37DE"/>
      </a:accent4>
      <a:accent5>
        <a:srgbClr val="FF3C64"/>
      </a:accent5>
      <a:accent6>
        <a:srgbClr val="009EFF"/>
      </a:accent6>
      <a:hlink>
        <a:srgbClr val="00C8B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